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93" r:id="rId8"/>
    <p:sldId id="290" r:id="rId9"/>
    <p:sldId id="295" r:id="rId10"/>
    <p:sldId id="294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5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tna-Babu/AI-Resume-Analyzer?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-subrahmanyam/spring-boot-ai-resume-analyzer?" TargetMode="External"/><Relationship Id="rId5" Type="http://schemas.openxmlformats.org/officeDocument/2006/relationships/hyperlink" Target="https://codebun.com/ai-powered-resume-analysis-job-matching-platform/?" TargetMode="External"/><Relationship Id="rId4" Type="http://schemas.openxmlformats.org/officeDocument/2006/relationships/hyperlink" Target="https://github.com/adrianhajdin/ai-resume-analyzer?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357384.3357899?" TargetMode="External"/><Relationship Id="rId2" Type="http://schemas.openxmlformats.org/officeDocument/2006/relationships/hyperlink" Target="https://www.sciencedirect.com/science/article/pii/S187705092030750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hamed-Imran-12/Resume-Analyser" TargetMode="External"/><Relationship Id="rId5" Type="http://schemas.openxmlformats.org/officeDocument/2006/relationships/hyperlink" Target="https://github.com/d-subrahmanyam/spring-boot-ai-resume-analyzer?" TargetMode="External"/><Relationship Id="rId4" Type="http://schemas.openxmlformats.org/officeDocument/2006/relationships/hyperlink" Target="https://dl.acm.org/doi/10.1145/3394486.3403338?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22" y="1447800"/>
            <a:ext cx="7702278" cy="175051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200" dirty="0"/>
              <a:t>AI-Powered Resume Optimization and     Job Matching Platform</a:t>
            </a:r>
            <a:br>
              <a:rPr lang="en-US" dirty="0"/>
            </a:br>
            <a:r>
              <a:rPr lang="en-US" dirty="0"/>
              <a:t>                  </a:t>
            </a:r>
            <a:r>
              <a:rPr lang="en-US" sz="1800" dirty="0"/>
              <a:t>Mini Project / 5</a:t>
            </a:r>
            <a:r>
              <a:rPr lang="en-US" sz="1800" baseline="30000" dirty="0"/>
              <a:t>th</a:t>
            </a:r>
            <a:r>
              <a:rPr lang="en-US" sz="2000" dirty="0"/>
              <a:t> Sem/ BCS554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24" y="3898392"/>
            <a:ext cx="3810001" cy="1752600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3400" dirty="0">
                <a:solidFill>
                  <a:schemeClr val="tx1"/>
                </a:solidFill>
              </a:rPr>
              <a:t>STUDENT NAME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1.Soumya Joshi(2400320101117)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2.Tanishka Verma(2400320101163)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3.Vanshika Gupta(2400320101230)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410200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SUPERVISOR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1600" dirty="0"/>
              <a:t>Prof. Anshul Tickoo</a:t>
            </a: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ABSTRACT</a:t>
            </a:r>
            <a:endParaRPr lang="en-US" sz="1200" dirty="0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838200" y="2394857"/>
            <a:ext cx="7772400" cy="3787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IN" sz="3000" dirty="0"/>
              <a:t>AI-powered full-stack web application for </a:t>
            </a:r>
            <a:r>
              <a:rPr lang="en-IN" sz="3000" dirty="0" err="1"/>
              <a:t>analyzing</a:t>
            </a:r>
            <a:r>
              <a:rPr lang="en-IN" sz="3000" dirty="0"/>
              <a:t> resumes</a:t>
            </a:r>
            <a:r>
              <a:rPr lang="en-IN" sz="3200" dirty="0"/>
              <a:t>.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000" dirty="0"/>
              <a:t>Extracts relevant skills and information from uploaded resumes.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>
              <a:spcAft>
                <a:spcPts val="800"/>
              </a:spcAft>
              <a:defRPr sz="2000"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/>
              <a:t>Generates an overall resume/ATS score with actionable feedback.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Provides actionable suggestions to improve resume quality.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Recommends suitable job roles and current job openings based on resume–job matching.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Uses </a:t>
            </a:r>
            <a:r>
              <a:rPr lang="en-IN" sz="3200" dirty="0" err="1"/>
              <a:t>Ollama</a:t>
            </a:r>
            <a:r>
              <a:rPr lang="en-IN" sz="3200" dirty="0"/>
              <a:t> for intelligent resume analysis.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6A382-5568-17A8-F157-9CDF4FEAAEEE}"/>
              </a:ext>
            </a:extLst>
          </p:cNvPr>
          <p:cNvSpPr txBox="1"/>
          <p:nvPr/>
        </p:nvSpPr>
        <p:spPr>
          <a:xfrm>
            <a:off x="1251857" y="239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OBJECTIVE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85800" y="2307772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IN" sz="3000" dirty="0"/>
              <a:t>To develop an AI-based system for automated resume analysis.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000" dirty="0"/>
              <a:t>To identify and extract important skills and information from resumes.</a:t>
            </a: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000" dirty="0"/>
              <a:t>To evaluate the quality and effectiveness of resume content.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generate a resume score based on the analysis.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To identify skill gaps and recommend suitable career roles.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To match resumes with relevant job descriptions and job openings.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provide meaningful suggestions for improving resumes.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assist users in discovering relevant job opportunities.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63168"/>
            <a:ext cx="7772400" cy="1497457"/>
          </a:xfrm>
        </p:spPr>
        <p:txBody>
          <a:bodyPr/>
          <a:lstStyle/>
          <a:p>
            <a:pPr algn="l"/>
            <a:r>
              <a:rPr lang="en-US" dirty="0"/>
              <a:t>SCOPE of the Problem Statement 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533400" y="2460625"/>
            <a:ext cx="7772400" cy="4488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IN" sz="4400" dirty="0"/>
              <a:t>Automates the initial analysis of resumes using  AI.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IN" sz="4400" dirty="0"/>
              <a:t>Helps students and job seekers identify weaknesses in their resumes.</a:t>
            </a:r>
            <a:endParaRPr lang="en-US" sz="44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4400" dirty="0"/>
              <a:t>Provides personalized feedback instead of relying only on manual review.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IN" sz="4400" dirty="0"/>
              <a:t>Can assist users in improving resume content before applying for jobs.</a:t>
            </a:r>
            <a:endParaRPr lang="en-US" sz="44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4400" dirty="0"/>
              <a:t>Integrates job suggestions based on the user's profile and resume.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4400" dirty="0"/>
              <a:t>Skill Gap Analysis – identifies missing/high-priority skills for target roles.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4400" dirty="0"/>
              <a:t>Can be extended with additional AI models, job platforms, and advanced resume metrics.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4400" dirty="0"/>
              <a:t>Resume Version Tracking – compares versions and shows improvement over time.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0878"/>
            <a:ext cx="6594339" cy="1512098"/>
          </a:xfrm>
        </p:spPr>
        <p:txBody>
          <a:bodyPr/>
          <a:lstStyle/>
          <a:p>
            <a:pPr algn="l"/>
            <a:r>
              <a:rPr lang="en-US" dirty="0"/>
              <a:t>RELATED WORK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04800"/>
            <a:ext cx="1266825" cy="1266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529CA6-B271-2DE5-B5FC-6AF5343C1DE8}"/>
              </a:ext>
            </a:extLst>
          </p:cNvPr>
          <p:cNvSpPr txBox="1"/>
          <p:nvPr/>
        </p:nvSpPr>
        <p:spPr>
          <a:xfrm>
            <a:off x="707572" y="1571625"/>
            <a:ext cx="825137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AI Resume Analyzer — Ratna-Babu</a:t>
            </a:r>
          </a:p>
          <a:p>
            <a:r>
              <a:rPr lang="en-IN" sz="2600" dirty="0"/>
              <a:t>   - </a:t>
            </a:r>
            <a:r>
              <a:rPr lang="en-IN" sz="2600" dirty="0">
                <a:hlinkClick r:id="rId3"/>
              </a:rPr>
              <a:t>https://github.com/Ratna-Babu/AI-Resume-Analyzer?</a:t>
            </a:r>
            <a:endParaRPr lang="en-IN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AI Resume Analyzer — Adrian </a:t>
            </a:r>
            <a:r>
              <a:rPr lang="en-IN" sz="2600" dirty="0" err="1"/>
              <a:t>Hajdin</a:t>
            </a:r>
            <a:endParaRPr lang="en-IN" sz="2600" dirty="0"/>
          </a:p>
          <a:p>
            <a:r>
              <a:rPr lang="en-IN" sz="2600" dirty="0"/>
              <a:t>   - </a:t>
            </a:r>
            <a:r>
              <a:rPr lang="en-IN" sz="2600" dirty="0">
                <a:hlinkClick r:id="rId4"/>
              </a:rPr>
              <a:t>https://github.com/adrianhajdin/ai-resume-analyzer?</a:t>
            </a:r>
            <a:endParaRPr lang="en-IN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AI Job Portal with Resume Analyzer — </a:t>
            </a:r>
            <a:r>
              <a:rPr lang="en-IN" sz="2600" dirty="0" err="1"/>
              <a:t>Codebun</a:t>
            </a:r>
            <a:endParaRPr lang="en-IN" sz="2600" dirty="0"/>
          </a:p>
          <a:p>
            <a:r>
              <a:rPr lang="en-IN" sz="2600" dirty="0"/>
              <a:t>   - </a:t>
            </a:r>
            <a:r>
              <a:rPr lang="en-IN" sz="2600" dirty="0">
                <a:hlinkClick r:id="rId5"/>
              </a:rPr>
              <a:t>https://codebun.com/ai-powered-resume-analysis-job-matching-platform/?</a:t>
            </a:r>
            <a:endParaRPr lang="en-IN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/>
              <a:t>Spring Boot AI Resume Analyzer — d-Subrahmanyam</a:t>
            </a:r>
          </a:p>
          <a:p>
            <a:r>
              <a:rPr lang="en-IN" sz="2600" dirty="0"/>
              <a:t>   - </a:t>
            </a:r>
            <a:r>
              <a:rPr lang="en-IN" sz="2600" dirty="0">
                <a:hlinkClick r:id="rId6"/>
              </a:rPr>
              <a:t>https://github.com/d-subrahmanyam/spring-boot-ai-resume-analyzer?</a:t>
            </a:r>
            <a:endParaRPr lang="en-IN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871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cs typeface="Calibri"/>
              </a:rPr>
              <a:t>Applications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6745C5-B5AE-F534-99D4-78DF835FB11A}"/>
              </a:ext>
            </a:extLst>
          </p:cNvPr>
          <p:cNvSpPr txBox="1"/>
          <p:nvPr/>
        </p:nvSpPr>
        <p:spPr>
          <a:xfrm>
            <a:off x="1426029" y="2144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4268C6-8C99-7EAB-71BB-092BD8988866}"/>
              </a:ext>
            </a:extLst>
          </p:cNvPr>
          <p:cNvSpPr txBox="1"/>
          <p:nvPr/>
        </p:nvSpPr>
        <p:spPr>
          <a:xfrm>
            <a:off x="500743" y="1597180"/>
            <a:ext cx="838608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Resume evaluation for college students and fresh graduates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000" dirty="0"/>
              <a:t>Resume improvement before internship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Skill identification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Career preparation and self-assessment.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Useful for placement preparation and recruitment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Can be used as a learning and career-development tool.</a:t>
            </a:r>
          </a:p>
        </p:txBody>
      </p:sp>
    </p:spTree>
    <p:extLst>
      <p:ext uri="{BB962C8B-B14F-4D97-AF65-F5344CB8AC3E}">
        <p14:creationId xmlns:p14="http://schemas.microsoft.com/office/powerpoint/2010/main" val="87186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ea typeface="Calibri"/>
                <a:cs typeface="Calibri"/>
              </a:rPr>
              <a:t>Limitations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B66E33-1CAA-3FBE-0BAC-26DE11D7A5A0}"/>
              </a:ext>
            </a:extLst>
          </p:cNvPr>
          <p:cNvSpPr txBox="1"/>
          <p:nvPr/>
        </p:nvSpPr>
        <p:spPr>
          <a:xfrm>
            <a:off x="381000" y="1647825"/>
            <a:ext cx="850582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AI-generated analysis may vary depending on the resume and AI model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Analysis results should not be treated as professional career advice.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Job recommendations depend on the availability, freshness, and reliability of external job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should not invent skills or experience while optimizing resume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Changes in external APIs or AI models may require modifications to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The project is primarily developed for learning and demonstration purposes</a:t>
            </a:r>
            <a:r>
              <a:rPr lang="en-IN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41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cs typeface="Calibri"/>
              </a:rPr>
              <a:t>Conclusion and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044F4-41FA-D09D-31B5-51A5E6E482BA}"/>
              </a:ext>
            </a:extLst>
          </p:cNvPr>
          <p:cNvSpPr txBox="1"/>
          <p:nvPr/>
        </p:nvSpPr>
        <p:spPr>
          <a:xfrm>
            <a:off x="635000" y="1709057"/>
            <a:ext cx="817154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Successfully provides an AI-based approach to resume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Helps users understand the strengths and weaknesses of their resumes.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Generates resume scores and improvement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Combines AI analysis with job recommendations in a single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Demonstrates integration of React.js, Spring Boot, MySQL, APIs, and AI services.</a:t>
            </a:r>
          </a:p>
        </p:txBody>
      </p:sp>
    </p:spTree>
    <p:extLst>
      <p:ext uri="{BB962C8B-B14F-4D97-AF65-F5344CB8AC3E}">
        <p14:creationId xmlns:p14="http://schemas.microsoft.com/office/powerpoint/2010/main" val="237021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D8C1-1055-695C-2799-80E38E40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2449286" cy="1143000"/>
          </a:xfrm>
        </p:spPr>
        <p:txBody>
          <a:bodyPr>
            <a:normAutofit/>
          </a:bodyPr>
          <a:lstStyle/>
          <a:p>
            <a:r>
              <a:rPr lang="en-IN" sz="3000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79343-DF53-D478-858E-A63ADD385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1317171"/>
            <a:ext cx="8229600" cy="4983163"/>
          </a:xfrm>
        </p:spPr>
        <p:txBody>
          <a:bodyPr>
            <a:normAutofit/>
          </a:bodyPr>
          <a:lstStyle/>
          <a:p>
            <a:r>
              <a:rPr lang="en-IN" sz="2800" dirty="0"/>
              <a:t>Add support for multiple AI providers and models.</a:t>
            </a:r>
          </a:p>
          <a:p>
            <a:r>
              <a:rPr lang="en-IN" sz="2800" dirty="0"/>
              <a:t>Improve resume scoring using more advanced evaluation criteria.</a:t>
            </a:r>
          </a:p>
          <a:p>
            <a:r>
              <a:rPr lang="en-IN" sz="2800" dirty="0"/>
              <a:t>Provide personalized career recommendations.</a:t>
            </a:r>
          </a:p>
          <a:p>
            <a:r>
              <a:rPr lang="en-IN" sz="2800" dirty="0"/>
              <a:t>Add detailed analytics and resume comparison features.</a:t>
            </a:r>
          </a:p>
          <a:p>
            <a:r>
              <a:rPr lang="en-US" sz="2800" dirty="0"/>
              <a:t>Provide resume version comparison, progress analytics, and improvement tracking.</a:t>
            </a:r>
          </a:p>
          <a:p>
            <a:r>
              <a:rPr lang="en-IN" sz="2800" dirty="0"/>
              <a:t>Develop advanced dashboards for tracking resume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5628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cs typeface="Calibri"/>
              </a:rPr>
              <a:t>Annexure 10 B (Screenshot :Duly Signed by Supervisor)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FF4E9-F57F-9AEA-1F04-B83336AA5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86" y="1597966"/>
            <a:ext cx="5976256" cy="499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6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cs typeface="Calibri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AC22F-6263-A948-30AD-F2E067902C93}"/>
              </a:ext>
            </a:extLst>
          </p:cNvPr>
          <p:cNvSpPr txBox="1"/>
          <p:nvPr/>
        </p:nvSpPr>
        <p:spPr>
          <a:xfrm>
            <a:off x="736600" y="1447800"/>
            <a:ext cx="78703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 Machine Learning Approach for Automation of Resume Recommendation System</a:t>
            </a:r>
            <a:r>
              <a:rPr lang="en-IN" sz="2000" dirty="0"/>
              <a:t> — Pradeep Kumar Roy, Sarabjeet Singh Chowdhary, Rocky Bhatia, 2020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hlinkClick r:id="rId2"/>
              </a:rPr>
              <a:t>https://www.sciencedirect.com/science/article/pii/S187705092030750X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Resumegan</a:t>
            </a:r>
            <a:r>
              <a:rPr lang="en-IN" sz="2000" b="1" dirty="0"/>
              <a:t>: An Optimized Deep Representation Learning Framework for Talent-Job Fit via Adversarial Learning</a:t>
            </a:r>
            <a:r>
              <a:rPr lang="en-IN" sz="2000" dirty="0"/>
              <a:t> — Yong Luo et al., 2019</a:t>
            </a:r>
          </a:p>
          <a:p>
            <a:r>
              <a:rPr lang="en-IN" sz="2000" dirty="0"/>
              <a:t>   - </a:t>
            </a:r>
            <a:r>
              <a:rPr lang="en-IN" sz="2000" dirty="0">
                <a:hlinkClick r:id="rId3"/>
              </a:rPr>
              <a:t>https://dl.acm.org/doi/10.1145/3357384.3357899?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Salience and Market-aware Skill Extraction for Job Targeting</a:t>
            </a:r>
            <a:r>
              <a:rPr lang="en-IN" sz="2000" dirty="0"/>
              <a:t> — </a:t>
            </a:r>
            <a:r>
              <a:rPr lang="en-IN" sz="2000" dirty="0" err="1"/>
              <a:t>Baoxu</a:t>
            </a:r>
            <a:r>
              <a:rPr lang="en-IN" sz="2000" dirty="0"/>
              <a:t> Shi et al., 2020</a:t>
            </a:r>
          </a:p>
          <a:p>
            <a:r>
              <a:rPr lang="en-IN" sz="2000" dirty="0"/>
              <a:t>   - </a:t>
            </a:r>
            <a:r>
              <a:rPr lang="en-IN" sz="2000" dirty="0">
                <a:hlinkClick r:id="rId4"/>
              </a:rPr>
              <a:t>https://dl.acm.org/doi/10.1145/3394486.3403338?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Spring Boot AI Resume Analyzer — d-Subrahmanya</a:t>
            </a:r>
          </a:p>
          <a:p>
            <a:r>
              <a:rPr lang="en-IN" sz="2000" dirty="0"/>
              <a:t>    - </a:t>
            </a:r>
            <a:r>
              <a:rPr lang="en-IN" sz="2000" dirty="0">
                <a:hlinkClick r:id="rId5"/>
              </a:rPr>
              <a:t>https://github.com/d-subrahmanyam/spring-boot-ai-resume-analyzer?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Resume-Analyser- Mohamed-Imran-12</a:t>
            </a:r>
          </a:p>
          <a:p>
            <a:r>
              <a:rPr lang="en-IN" sz="2000" dirty="0"/>
              <a:t>    - </a:t>
            </a:r>
            <a:r>
              <a:rPr lang="en-IN" sz="2000" dirty="0">
                <a:hlinkClick r:id="rId6"/>
              </a:rPr>
              <a:t>https://github.com/Mohamed-Imran-12/Resume-Analyser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23488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759</Words>
  <Application>Microsoft Office PowerPoint</Application>
  <PresentationFormat>On-screen Show (4:3)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 AI-Powered Resume Optimization and     Job Matching Platform                   Mini Project / 5th Sem/ BCS554</vt:lpstr>
      <vt:lpstr>ABSTRACT</vt:lpstr>
      <vt:lpstr>OBJECTIVE</vt:lpstr>
      <vt:lpstr>SCOPE of the Problem Statement </vt:lpstr>
      <vt:lpstr>RELATED WORK</vt:lpstr>
      <vt:lpstr>Applications</vt:lpstr>
      <vt:lpstr>Limitations</vt:lpstr>
      <vt:lpstr>PowerPoint Presentation</vt:lpstr>
      <vt:lpstr>Future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somujoshi2018@gmail.com</cp:lastModifiedBy>
  <cp:revision>116</cp:revision>
  <dcterms:created xsi:type="dcterms:W3CDTF">2006-08-16T00:00:00Z</dcterms:created>
  <dcterms:modified xsi:type="dcterms:W3CDTF">2026-08-27T18:35:36Z</dcterms:modified>
</cp:coreProperties>
</file>